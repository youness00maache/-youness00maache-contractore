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Coco Gothic Heavy" charset="1" panose="00000000000000000000"/>
      <p:regular r:id="rId7"/>
    </p:embeddedFont>
    <p:embeddedFont>
      <p:font typeface="Mistrully" charset="1" panose="00000000000000000000"/>
      <p:regular r:id="rId8"/>
    </p:embeddedFont>
    <p:embeddedFont>
      <p:font typeface="Coco Gothic Bold" charset="1" panose="00000000000000000000"/>
      <p:regular r:id="rId9"/>
    </p:embeddedFont>
    <p:embeddedFont>
      <p:font typeface="Coco Gothic" charset="1" panose="00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82368" y="3746916"/>
          <a:ext cx="6770226" cy="2924175"/>
        </p:xfrm>
        <a:graphic>
          <a:graphicData uri="http://schemas.openxmlformats.org/drawingml/2006/table">
            <a:tbl>
              <a:tblPr/>
              <a:tblGrid>
                <a:gridCol w="2763184"/>
                <a:gridCol w="1305803"/>
                <a:gridCol w="1342968"/>
                <a:gridCol w="1358271"/>
              </a:tblGrid>
              <a:tr h="5848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5848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8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8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8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-769641">
            <a:off x="5954455" y="-1002964"/>
            <a:ext cx="3661587" cy="4398302"/>
          </a:xfrm>
          <a:custGeom>
            <a:avLst/>
            <a:gdLst/>
            <a:ahLst/>
            <a:cxnLst/>
            <a:rect r="r" b="b" t="t" l="l"/>
            <a:pathLst>
              <a:path h="4398302" w="3661587">
                <a:moveTo>
                  <a:pt x="0" y="0"/>
                </a:moveTo>
                <a:lnTo>
                  <a:pt x="3661587" y="0"/>
                </a:lnTo>
                <a:lnTo>
                  <a:pt x="3661587" y="4398302"/>
                </a:lnTo>
                <a:lnTo>
                  <a:pt x="0" y="4398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9894" y="947765"/>
            <a:ext cx="5060212" cy="88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1"/>
              </a:lnSpc>
            </a:pPr>
            <a:r>
              <a:rPr lang="en-US" b="true" sz="5001">
                <a:solidFill>
                  <a:srgbClr val="000000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FACTURE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3546013">
            <a:off x="-2275837" y="80957"/>
            <a:ext cx="4367722" cy="2368042"/>
          </a:xfrm>
          <a:custGeom>
            <a:avLst/>
            <a:gdLst/>
            <a:ahLst/>
            <a:cxnLst/>
            <a:rect r="r" b="b" t="t" l="l"/>
            <a:pathLst>
              <a:path h="2368042" w="4367722">
                <a:moveTo>
                  <a:pt x="0" y="0"/>
                </a:moveTo>
                <a:lnTo>
                  <a:pt x="4367723" y="0"/>
                </a:lnTo>
                <a:lnTo>
                  <a:pt x="4367723" y="2368042"/>
                </a:lnTo>
                <a:lnTo>
                  <a:pt x="0" y="236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433811">
            <a:off x="4713892" y="10002493"/>
            <a:ext cx="4514874" cy="2447823"/>
          </a:xfrm>
          <a:custGeom>
            <a:avLst/>
            <a:gdLst/>
            <a:ahLst/>
            <a:cxnLst/>
            <a:rect r="r" b="b" t="t" l="l"/>
            <a:pathLst>
              <a:path h="2447823" w="4514874">
                <a:moveTo>
                  <a:pt x="0" y="0"/>
                </a:moveTo>
                <a:lnTo>
                  <a:pt x="4514874" y="0"/>
                </a:lnTo>
                <a:lnTo>
                  <a:pt x="4514874" y="2447823"/>
                </a:lnTo>
                <a:lnTo>
                  <a:pt x="0" y="2447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-1864398" y="9190421"/>
            <a:ext cx="4467361" cy="2882937"/>
          </a:xfrm>
          <a:custGeom>
            <a:avLst/>
            <a:gdLst/>
            <a:ahLst/>
            <a:cxnLst/>
            <a:rect r="r" b="b" t="t" l="l"/>
            <a:pathLst>
              <a:path h="2882937" w="4467361">
                <a:moveTo>
                  <a:pt x="0" y="0"/>
                </a:moveTo>
                <a:lnTo>
                  <a:pt x="4467361" y="0"/>
                </a:lnTo>
                <a:lnTo>
                  <a:pt x="4467361" y="2882936"/>
                </a:lnTo>
                <a:lnTo>
                  <a:pt x="0" y="2882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463487" y="7382418"/>
            <a:ext cx="2689107" cy="356545"/>
            <a:chOff x="0" y="0"/>
            <a:chExt cx="963715" cy="1277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3715" cy="127778"/>
            </a:xfrm>
            <a:custGeom>
              <a:avLst/>
              <a:gdLst/>
              <a:ahLst/>
              <a:cxnLst/>
              <a:rect r="r" b="b" t="t" l="l"/>
              <a:pathLst>
                <a:path h="127778" w="963715">
                  <a:moveTo>
                    <a:pt x="0" y="0"/>
                  </a:moveTo>
                  <a:lnTo>
                    <a:pt x="963715" y="0"/>
                  </a:lnTo>
                  <a:lnTo>
                    <a:pt x="963715" y="127778"/>
                  </a:lnTo>
                  <a:lnTo>
                    <a:pt x="0" y="12777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63715" cy="15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985861" y="351160"/>
            <a:ext cx="1588277" cy="95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8">
                <a:solidFill>
                  <a:srgbClr val="000000"/>
                </a:solidFill>
                <a:latin typeface="Mistrully"/>
                <a:ea typeface="Mistrully"/>
                <a:cs typeface="Mistrully"/>
                <a:sym typeface="Mistrully"/>
              </a:rPr>
              <a:t>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89063" y="2314825"/>
            <a:ext cx="2989139" cy="37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Client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0560" y="2314825"/>
            <a:ext cx="2989139" cy="37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Lou Huet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4301" y="3888462"/>
            <a:ext cx="1298243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FFF2E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DESCRIPTION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96513" y="3888462"/>
            <a:ext cx="1366973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FFF2E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PRIX HT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09832" y="3878937"/>
            <a:ext cx="1223092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FFF2E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QUANTITÉ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26298" y="3878937"/>
            <a:ext cx="1073003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FFF2E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TOTAL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74139" y="6718716"/>
            <a:ext cx="1330478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SOUS TOTAL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74139" y="7016529"/>
            <a:ext cx="1330478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TVA 0%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74139" y="7407582"/>
            <a:ext cx="2265442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TOTAL.                            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89063" y="3001930"/>
            <a:ext cx="2989139" cy="1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hello@reallygreatsite.com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0560" y="3001930"/>
            <a:ext cx="2989139" cy="1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hello@reallygreatsite.com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89063" y="2744755"/>
            <a:ext cx="2989139" cy="1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Andrea Sanchez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0560" y="2744755"/>
            <a:ext cx="2989139" cy="1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123-456-7890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4301" y="4514582"/>
            <a:ext cx="2989139" cy="20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Séance photo (portrait individuel)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14273" y="4470904"/>
            <a:ext cx="931455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3</a:t>
            </a: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00€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88514" y="4470904"/>
            <a:ext cx="465727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52288" y="4470904"/>
            <a:ext cx="821024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3</a:t>
            </a: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00€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314273" y="5055896"/>
            <a:ext cx="931455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</a:t>
            </a: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0€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19944" y="5619287"/>
            <a:ext cx="1320112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3</a:t>
            </a: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0€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119944" y="6229837"/>
            <a:ext cx="1320112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5€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888514" y="5075767"/>
            <a:ext cx="465727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888514" y="5629634"/>
            <a:ext cx="465727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888514" y="6210399"/>
            <a:ext cx="465727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45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057178" y="5075767"/>
            <a:ext cx="821024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</a:t>
            </a: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00€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18144" y="5618820"/>
            <a:ext cx="821024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6</a:t>
            </a: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0€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018144" y="6210399"/>
            <a:ext cx="821024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225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281859" y="6718716"/>
            <a:ext cx="821024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685</a:t>
            </a: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€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281859" y="7016529"/>
            <a:ext cx="821024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0€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281859" y="7407582"/>
            <a:ext cx="821024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true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685€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94301" y="5085292"/>
            <a:ext cx="2989139" cy="20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Retouches photo (10 images)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4301" y="5648217"/>
            <a:ext cx="2989139" cy="20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Album photo imprimé (20 pages)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94301" y="6239796"/>
            <a:ext cx="2989139" cy="20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Tirage photo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51280" y="8201832"/>
            <a:ext cx="3004406" cy="20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Mode de paiement : chèque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73328" y="9594770"/>
            <a:ext cx="5813345" cy="48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6"/>
              </a:lnSpc>
            </a:pPr>
            <a:r>
              <a:rPr lang="en-US" b="true" sz="2683">
                <a:solidFill>
                  <a:srgbClr val="000000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POUR VOTRE CONFIANCE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353963" y="9283535"/>
            <a:ext cx="852074" cy="50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2971">
                <a:solidFill>
                  <a:srgbClr val="000000"/>
                </a:solidFill>
                <a:latin typeface="Mistrully"/>
                <a:ea typeface="Mistrully"/>
                <a:cs typeface="Mistrully"/>
                <a:sym typeface="Mistrully"/>
              </a:rPr>
              <a:t>Merci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51280" y="8540810"/>
            <a:ext cx="3188419" cy="20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Date d'échéance : 30/12/27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889063" y="3261642"/>
            <a:ext cx="2989139" cy="1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123 Anywhere St., Any City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50560" y="3261642"/>
            <a:ext cx="2989139" cy="1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40"/>
              </a:lnSpc>
            </a:pPr>
            <a:r>
              <a:rPr lang="en-US" sz="11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123 Anywhere St., Any City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38622" y="1748784"/>
            <a:ext cx="2682756" cy="25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N° 0012345 - 30/07/27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346927" y="8167766"/>
            <a:ext cx="2805667" cy="41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Signature suivie de la mention </a:t>
            </a:r>
          </a:p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"Lu et approuvé, bon pour accord" 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DAG5t5F10yE</dc:identifier>
  <dcterms:modified xsi:type="dcterms:W3CDTF">2011-08-01T06:04:30Z</dcterms:modified>
  <cp:revision>1</cp:revision>
  <dc:title>Document de Devis de tarifs Simple Vif et Minimaliste en Vert Foncé Beige et Orange Pastel </dc:title>
</cp:coreProperties>
</file>